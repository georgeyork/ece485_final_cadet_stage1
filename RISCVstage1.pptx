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6DD0B5-D942-4567-8F05-3DE6A7D9EE97}" v="13" dt="2026-03-05T21:24:27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16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undo custSel modSld">
      <pc:chgData name="York, George W CIV USAF USAFA DF/DFEC" userId="1fb5875a-4594-4db2-80fb-f0db3de11280" providerId="ADAL" clId="{09330963-85FD-4C99-A81B-94D0EE5CFFEB}" dt="2026-03-05T22:27:59.360" v="86" actId="478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05T22:27:59.360" v="86" actId="478"/>
        <pc:sldMkLst>
          <pc:docMk/>
          <pc:sldMk cId="1501170907" sldId="256"/>
        </pc:sldMkLst>
        <pc:spChg chg="add mod">
          <ac:chgData name="York, George W CIV USAF USAFA DF/DFEC" userId="1fb5875a-4594-4db2-80fb-f0db3de11280" providerId="ADAL" clId="{09330963-85FD-4C99-A81B-94D0EE5CFFEB}" dt="2026-03-05T21:11:58.592" v="13" actId="1076"/>
          <ac:spMkLst>
            <pc:docMk/>
            <pc:sldMk cId="1501170907" sldId="256"/>
            <ac:spMk id="2" creationId="{8150CAF1-DAFF-41B1-37D9-3AA58EDF71DA}"/>
          </ac:spMkLst>
        </pc:spChg>
        <pc:spChg chg="add mod">
          <ac:chgData name="York, George W CIV USAF USAFA DF/DFEC" userId="1fb5875a-4594-4db2-80fb-f0db3de11280" providerId="ADAL" clId="{09330963-85FD-4C99-A81B-94D0EE5CFFEB}" dt="2026-03-05T21:12:23.121" v="17" actId="20577"/>
          <ac:spMkLst>
            <pc:docMk/>
            <pc:sldMk cId="1501170907" sldId="256"/>
            <ac:spMk id="30" creationId="{B8ACE971-B3B8-76F7-BEAC-B98AF5AE845F}"/>
          </ac:spMkLst>
        </pc:spChg>
        <pc:spChg chg="add del mod">
          <ac:chgData name="York, George W CIV USAF USAFA DF/DFEC" userId="1fb5875a-4594-4db2-80fb-f0db3de11280" providerId="ADAL" clId="{09330963-85FD-4C99-A81B-94D0EE5CFFEB}" dt="2026-03-05T21:15:51.480" v="42" actId="478"/>
          <ac:spMkLst>
            <pc:docMk/>
            <pc:sldMk cId="1501170907" sldId="256"/>
            <ac:spMk id="34" creationId="{DE4C4D7D-AB22-873C-1654-A047EABD08AA}"/>
          </ac:spMkLst>
        </pc:spChg>
        <pc:spChg chg="add mod">
          <ac:chgData name="York, George W CIV USAF USAFA DF/DFEC" userId="1fb5875a-4594-4db2-80fb-f0db3de11280" providerId="ADAL" clId="{09330963-85FD-4C99-A81B-94D0EE5CFFEB}" dt="2026-03-05T21:13:34.047" v="26" actId="1076"/>
          <ac:spMkLst>
            <pc:docMk/>
            <pc:sldMk cId="1501170907" sldId="256"/>
            <ac:spMk id="36" creationId="{61EEB1E0-6493-4023-ADC1-CE06FABB4ECF}"/>
          </ac:spMkLst>
        </pc:spChg>
        <pc:spChg chg="add del mod">
          <ac:chgData name="York, George W CIV USAF USAFA DF/DFEC" userId="1fb5875a-4594-4db2-80fb-f0db3de11280" providerId="ADAL" clId="{09330963-85FD-4C99-A81B-94D0EE5CFFEB}" dt="2026-03-05T21:20:36.103" v="60" actId="478"/>
          <ac:spMkLst>
            <pc:docMk/>
            <pc:sldMk cId="1501170907" sldId="256"/>
            <ac:spMk id="61" creationId="{CD12388E-047A-38FF-64C0-0457D8523D0C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45" creationId="{D48BF948-61BF-AC37-8597-388094170D18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46" creationId="{69719632-7E59-F7B2-AEF4-E4C30AA0AEF2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48" creationId="{6432B689-7D1C-F807-6B45-D8272427DA3A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49" creationId="{831B5896-D57B-4667-02CD-6AAF11DEE5E2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51" creationId="{BC6DDD09-EA41-1470-2429-DBE27164913F}"/>
          </ac:spMkLst>
        </pc:spChg>
        <pc:spChg chg="del mod">
          <ac:chgData name="York, George W CIV USAF USAFA DF/DFEC" userId="1fb5875a-4594-4db2-80fb-f0db3de11280" providerId="ADAL" clId="{09330963-85FD-4C99-A81B-94D0EE5CFFEB}" dt="2026-03-05T22:27:59.360" v="86" actId="478"/>
          <ac:spMkLst>
            <pc:docMk/>
            <pc:sldMk cId="1501170907" sldId="256"/>
            <ac:spMk id="155" creationId="{75FA3F6B-D94A-A494-28FD-7D4F921979A2}"/>
          </ac:spMkLst>
        </pc:spChg>
        <pc:spChg chg="mod">
          <ac:chgData name="York, George W CIV USAF USAFA DF/DFEC" userId="1fb5875a-4594-4db2-80fb-f0db3de11280" providerId="ADAL" clId="{09330963-85FD-4C99-A81B-94D0EE5CFFEB}" dt="2026-03-05T21:12:30.792" v="18" actId="1076"/>
          <ac:spMkLst>
            <pc:docMk/>
            <pc:sldMk cId="1501170907" sldId="256"/>
            <ac:spMk id="160" creationId="{3BF5B236-4D8B-849D-0CDF-2CB1B5EE7284}"/>
          </ac:spMkLst>
        </pc:spChg>
        <pc:spChg chg="mod">
          <ac:chgData name="York, George W CIV USAF USAFA DF/DFEC" userId="1fb5875a-4594-4db2-80fb-f0db3de11280" providerId="ADAL" clId="{09330963-85FD-4C99-A81B-94D0EE5CFFEB}" dt="2026-03-05T21:12:39.311" v="19" actId="1076"/>
          <ac:spMkLst>
            <pc:docMk/>
            <pc:sldMk cId="1501170907" sldId="256"/>
            <ac:spMk id="161" creationId="{0E9784F2-B3AB-C0FA-FDFE-48C83AB9B12E}"/>
          </ac:spMkLst>
        </pc:spChg>
        <pc:spChg chg="mod">
          <ac:chgData name="York, George W CIV USAF USAFA DF/DFEC" userId="1fb5875a-4594-4db2-80fb-f0db3de11280" providerId="ADAL" clId="{09330963-85FD-4C99-A81B-94D0EE5CFFEB}" dt="2026-03-05T21:13:59.105" v="29" actId="1076"/>
          <ac:spMkLst>
            <pc:docMk/>
            <pc:sldMk cId="1501170907" sldId="256"/>
            <ac:spMk id="270" creationId="{E335D321-53C8-872A-430E-7732E67F0A79}"/>
          </ac:spMkLst>
        </pc:spChg>
        <pc:spChg chg="del mod">
          <ac:chgData name="York, George W CIV USAF USAFA DF/DFEC" userId="1fb5875a-4594-4db2-80fb-f0db3de11280" providerId="ADAL" clId="{09330963-85FD-4C99-A81B-94D0EE5CFFEB}" dt="2026-03-05T21:13:17.042" v="24" actId="478"/>
          <ac:spMkLst>
            <pc:docMk/>
            <pc:sldMk cId="1501170907" sldId="256"/>
            <ac:spMk id="273" creationId="{53C6712A-701A-7D00-06ED-4806B8BE36CF}"/>
          </ac:spMkLst>
        </pc:spChg>
        <pc:grpChg chg="add mod">
          <ac:chgData name="York, George W CIV USAF USAFA DF/DFEC" userId="1fb5875a-4594-4db2-80fb-f0db3de11280" providerId="ADAL" clId="{09330963-85FD-4C99-A81B-94D0EE5CFFEB}" dt="2026-03-05T21:12:20.312" v="15" actId="1076"/>
          <ac:grpSpMkLst>
            <pc:docMk/>
            <pc:sldMk cId="1501170907" sldId="256"/>
            <ac:grpSpMk id="3" creationId="{F0E20165-74AC-DD4D-AA48-ADD102893E58}"/>
          </ac:grpSpMkLst>
        </pc:grpChg>
        <pc:grpChg chg="add mod">
          <ac:chgData name="York, George W CIV USAF USAFA DF/DFEC" userId="1fb5875a-4594-4db2-80fb-f0db3de11280" providerId="ADAL" clId="{09330963-85FD-4C99-A81B-94D0EE5CFFEB}" dt="2026-03-05T21:24:47.725" v="84" actId="14100"/>
          <ac:grpSpMkLst>
            <pc:docMk/>
            <pc:sldMk cId="1501170907" sldId="256"/>
            <ac:grpSpMk id="86" creationId="{B7C242C4-9BDE-35B9-11F3-F09FF7C08848}"/>
          </ac:grpSpMkLst>
        </pc:grpChg>
        <pc:picChg chg="add mod ord">
          <ac:chgData name="York, George W CIV USAF USAFA DF/DFEC" userId="1fb5875a-4594-4db2-80fb-f0db3de11280" providerId="ADAL" clId="{09330963-85FD-4C99-A81B-94D0EE5CFFEB}" dt="2026-03-05T21:23:26.837" v="71" actId="14100"/>
          <ac:picMkLst>
            <pc:docMk/>
            <pc:sldMk cId="1501170907" sldId="256"/>
            <ac:picMk id="75" creationId="{D45FA400-FFFB-FCFC-1CEA-7CA1E4519E91}"/>
          </ac:picMkLst>
        </pc:picChg>
        <pc:picChg chg="add mod">
          <ac:chgData name="York, George W CIV USAF USAFA DF/DFEC" userId="1fb5875a-4594-4db2-80fb-f0db3de11280" providerId="ADAL" clId="{09330963-85FD-4C99-A81B-94D0EE5CFFEB}" dt="2026-03-05T21:24:27.036" v="80" actId="164"/>
          <ac:picMkLst>
            <pc:docMk/>
            <pc:sldMk cId="1501170907" sldId="256"/>
            <ac:picMk id="77" creationId="{ADA4DBF6-5BC1-7443-F4A8-C37F2A616150}"/>
          </ac:picMkLst>
        </pc:pic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10" creationId="{F8960DDE-F577-2D0B-E329-28A527662C2D}"/>
          </ac:cxnSpMkLst>
        </pc:cxn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17" creationId="{0A06088D-98A3-A19E-21B7-06392BDC9225}"/>
          </ac:cxnSpMkLst>
        </pc:cxn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18" creationId="{67D1D89E-75CE-1BE7-C5F4-51F595DF5A7B}"/>
          </ac:cxnSpMkLst>
        </pc:cxn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20" creationId="{19DBD266-1003-B3C8-0754-4799002739F2}"/>
          </ac:cxnSpMkLst>
        </pc:cxn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21" creationId="{E21776EC-071F-B571-C86B-0A0DA830C4B3}"/>
          </ac:cxnSpMkLst>
        </pc:cxnChg>
        <pc:cxnChg chg="mod">
          <ac:chgData name="York, George W CIV USAF USAFA DF/DFEC" userId="1fb5875a-4594-4db2-80fb-f0db3de11280" providerId="ADAL" clId="{09330963-85FD-4C99-A81B-94D0EE5CFFEB}" dt="2026-03-05T21:12:10.392" v="14"/>
          <ac:cxnSpMkLst>
            <pc:docMk/>
            <pc:sldMk cId="1501170907" sldId="256"/>
            <ac:cxnSpMk id="23" creationId="{AC7113F7-BE3F-C063-EF42-353858130E84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2:20.312" v="15" actId="1076"/>
          <ac:cxnSpMkLst>
            <pc:docMk/>
            <pc:sldMk cId="1501170907" sldId="256"/>
            <ac:cxnSpMk id="26" creationId="{444F7234-410C-25D4-213C-932ED214CEA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2:20.312" v="15" actId="1076"/>
          <ac:cxnSpMkLst>
            <pc:docMk/>
            <pc:sldMk cId="1501170907" sldId="256"/>
            <ac:cxnSpMk id="28" creationId="{B33DC5DC-F120-3662-5DC9-4D6D8B08EBA0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05T21:15:51.480" v="42" actId="478"/>
          <ac:cxnSpMkLst>
            <pc:docMk/>
            <pc:sldMk cId="1501170907" sldId="256"/>
            <ac:cxnSpMk id="32" creationId="{8895D4E5-DF4D-8C09-B4C9-D88B1A2AA2A4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3:34.047" v="26" actId="1076"/>
          <ac:cxnSpMkLst>
            <pc:docMk/>
            <pc:sldMk cId="1501170907" sldId="256"/>
            <ac:cxnSpMk id="35" creationId="{D8C6D111-8409-B69D-7F4D-1EAFFBC86D2F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4:17.674" v="32" actId="1076"/>
          <ac:cxnSpMkLst>
            <pc:docMk/>
            <pc:sldMk cId="1501170907" sldId="256"/>
            <ac:cxnSpMk id="37" creationId="{EF44754E-6632-B039-2821-0640C926BB1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5:10.043" v="36" actId="692"/>
          <ac:cxnSpMkLst>
            <pc:docMk/>
            <pc:sldMk cId="1501170907" sldId="256"/>
            <ac:cxnSpMk id="38" creationId="{C974F664-B6FE-876B-6F6D-6B0987070041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5:45.472" v="41" actId="692"/>
          <ac:cxnSpMkLst>
            <pc:docMk/>
            <pc:sldMk cId="1501170907" sldId="256"/>
            <ac:cxnSpMk id="52" creationId="{5EB535AF-BDE4-1847-B2CC-ED37430A4C46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6:15.495" v="46" actId="1076"/>
          <ac:cxnSpMkLst>
            <pc:docMk/>
            <pc:sldMk cId="1501170907" sldId="256"/>
            <ac:cxnSpMk id="54" creationId="{2E8C08F4-6B7C-4580-23CA-753663A3987B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6:20.354" v="48" actId="1076"/>
          <ac:cxnSpMkLst>
            <pc:docMk/>
            <pc:sldMk cId="1501170907" sldId="256"/>
            <ac:cxnSpMk id="57" creationId="{A9066061-6913-FC84-2215-495F7DB70ED3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8:29.403" v="50" actId="1076"/>
          <ac:cxnSpMkLst>
            <pc:docMk/>
            <pc:sldMk cId="1501170907" sldId="256"/>
            <ac:cxnSpMk id="58" creationId="{FC65ADDE-BA27-5782-2BA6-2E54CBD9C0C4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18:34.939" v="52" actId="1076"/>
          <ac:cxnSpMkLst>
            <pc:docMk/>
            <pc:sldMk cId="1501170907" sldId="256"/>
            <ac:cxnSpMk id="59" creationId="{66D85414-7527-6B63-2578-61E5AA31E7EA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23:44.005" v="73" actId="1076"/>
          <ac:cxnSpMkLst>
            <pc:docMk/>
            <pc:sldMk cId="1501170907" sldId="256"/>
            <ac:cxnSpMk id="76" creationId="{9921C9C5-2DFB-C76A-4D92-6A511FF5BBF4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05T21:24:08.939" v="77" actId="478"/>
          <ac:cxnSpMkLst>
            <pc:docMk/>
            <pc:sldMk cId="1501170907" sldId="256"/>
            <ac:cxnSpMk id="78" creationId="{FBA0773D-8AFC-1525-DCA5-0C9963B90E6F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24:27.036" v="80" actId="164"/>
          <ac:cxnSpMkLst>
            <pc:docMk/>
            <pc:sldMk cId="1501170907" sldId="256"/>
            <ac:cxnSpMk id="79" creationId="{861176B7-9B3B-7106-C3CD-F90CCEF592F1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1:24:27.036" v="80" actId="164"/>
          <ac:cxnSpMkLst>
            <pc:docMk/>
            <pc:sldMk cId="1501170907" sldId="256"/>
            <ac:cxnSpMk id="80" creationId="{6AA41B44-529F-F6BF-0A9B-4AD3BD64CCCA}"/>
          </ac:cxnSpMkLst>
        </pc:cxnChg>
        <pc:cxnChg chg="mod">
          <ac:chgData name="York, George W CIV USAF USAFA DF/DFEC" userId="1fb5875a-4594-4db2-80fb-f0db3de11280" providerId="ADAL" clId="{09330963-85FD-4C99-A81B-94D0EE5CFFEB}" dt="2026-03-05T21:23:38.557" v="72" actId="1076"/>
          <ac:cxnSpMkLst>
            <pc:docMk/>
            <pc:sldMk cId="1501170907" sldId="256"/>
            <ac:cxnSpMk id="105" creationId="{96194351-1F6F-6ECD-551A-2B077972FE1F}"/>
          </ac:cxnSpMkLst>
        </pc:cxnChg>
        <pc:cxnChg chg="mod">
          <ac:chgData name="York, George W CIV USAF USAFA DF/DFEC" userId="1fb5875a-4594-4db2-80fb-f0db3de11280" providerId="ADAL" clId="{09330963-85FD-4C99-A81B-94D0EE5CFFEB}" dt="2026-03-05T21:14:11.375" v="30" actId="1076"/>
          <ac:cxnSpMkLst>
            <pc:docMk/>
            <pc:sldMk cId="1501170907" sldId="256"/>
            <ac:cxnSpMk id="152" creationId="{0B969FF2-6DAD-23DC-28B8-ACF737E02DB2}"/>
          </ac:cxnSpMkLst>
        </pc:cxnChg>
        <pc:cxnChg chg="del mod">
          <ac:chgData name="York, George W CIV USAF USAFA DF/DFEC" userId="1fb5875a-4594-4db2-80fb-f0db3de11280" providerId="ADAL" clId="{09330963-85FD-4C99-A81B-94D0EE5CFFEB}" dt="2026-03-05T22:27:59.360" v="86" actId="478"/>
          <ac:cxnSpMkLst>
            <pc:docMk/>
            <pc:sldMk cId="1501170907" sldId="256"/>
            <ac:cxnSpMk id="153" creationId="{F030B5C6-68FA-2DA5-919A-5B353DA9C1A8}"/>
          </ac:cxnSpMkLst>
        </pc:cxnChg>
        <pc:cxnChg chg="del mod">
          <ac:chgData name="York, George W CIV USAF USAFA DF/DFEC" userId="1fb5875a-4594-4db2-80fb-f0db3de11280" providerId="ADAL" clId="{09330963-85FD-4C99-A81B-94D0EE5CFFEB}" dt="2026-03-05T22:27:59.360" v="86" actId="478"/>
          <ac:cxnSpMkLst>
            <pc:docMk/>
            <pc:sldMk cId="1501170907" sldId="256"/>
            <ac:cxnSpMk id="154" creationId="{9779A5A3-D9AC-4884-E09E-088355A5273D}"/>
          </ac:cxnSpMkLst>
        </pc:cxnChg>
        <pc:cxnChg chg="del">
          <ac:chgData name="York, George W CIV USAF USAFA DF/DFEC" userId="1fb5875a-4594-4db2-80fb-f0db3de11280" providerId="ADAL" clId="{09330963-85FD-4C99-A81B-94D0EE5CFFEB}" dt="2026-03-05T21:13:13.039" v="23" actId="478"/>
          <ac:cxnSpMkLst>
            <pc:docMk/>
            <pc:sldMk cId="1501170907" sldId="256"/>
            <ac:cxnSpMk id="156" creationId="{4E8E377D-848A-C4CD-E531-28E5114DF352}"/>
          </ac:cxnSpMkLst>
        </pc:cxnChg>
        <pc:cxnChg chg="del mod">
          <ac:chgData name="York, George W CIV USAF USAFA DF/DFEC" userId="1fb5875a-4594-4db2-80fb-f0db3de11280" providerId="ADAL" clId="{09330963-85FD-4C99-A81B-94D0EE5CFFEB}" dt="2026-03-05T21:24:50.919" v="85" actId="478"/>
          <ac:cxnSpMkLst>
            <pc:docMk/>
            <pc:sldMk cId="1501170907" sldId="256"/>
            <ac:cxnSpMk id="245" creationId="{44285445-3673-F463-34B1-B7F351676027}"/>
          </ac:cxnSpMkLst>
        </pc:cxnChg>
        <pc:cxnChg chg="mod">
          <ac:chgData name="York, George W CIV USAF USAFA DF/DFEC" userId="1fb5875a-4594-4db2-80fb-f0db3de11280" providerId="ADAL" clId="{09330963-85FD-4C99-A81B-94D0EE5CFFEB}" dt="2026-03-05T21:13:59.105" v="29" actId="1076"/>
          <ac:cxnSpMkLst>
            <pc:docMk/>
            <pc:sldMk cId="1501170907" sldId="256"/>
            <ac:cxnSpMk id="269" creationId="{87860765-22E8-2DBF-0155-43937E1810EB}"/>
          </ac:cxnSpMkLst>
        </pc:cxnChg>
        <pc:cxnChg chg="del">
          <ac:chgData name="York, George W CIV USAF USAFA DF/DFEC" userId="1fb5875a-4594-4db2-80fb-f0db3de11280" providerId="ADAL" clId="{09330963-85FD-4C99-A81B-94D0EE5CFFEB}" dt="2026-03-05T21:13:39.174" v="27" actId="478"/>
          <ac:cxnSpMkLst>
            <pc:docMk/>
            <pc:sldMk cId="1501170907" sldId="256"/>
            <ac:cxnSpMk id="272" creationId="{E65CDBEF-0F4B-94ED-0527-0710DF016776}"/>
          </ac:cxnSpMkLst>
        </pc:cxnChg>
        <pc:cxnChg chg="mod">
          <ac:chgData name="York, George W CIV USAF USAFA DF/DFEC" userId="1fb5875a-4594-4db2-80fb-f0db3de11280" providerId="ADAL" clId="{09330963-85FD-4C99-A81B-94D0EE5CFFEB}" dt="2026-03-05T21:16:07.070" v="44" actId="1076"/>
          <ac:cxnSpMkLst>
            <pc:docMk/>
            <pc:sldMk cId="1501170907" sldId="256"/>
            <ac:cxnSpMk id="275" creationId="{FF5E826E-C5DA-266A-3DEA-9D97594449EE}"/>
          </ac:cxnSpMkLst>
        </pc:cxnChg>
        <pc:cxnChg chg="mod">
          <ac:chgData name="York, George W CIV USAF USAFA DF/DFEC" userId="1fb5875a-4594-4db2-80fb-f0db3de11280" providerId="ADAL" clId="{09330963-85FD-4C99-A81B-94D0EE5CFFEB}" dt="2026-03-05T21:16:01.985" v="43" actId="1076"/>
          <ac:cxnSpMkLst>
            <pc:docMk/>
            <pc:sldMk cId="1501170907" sldId="256"/>
            <ac:cxnSpMk id="276" creationId="{370ACF3C-5A72-31AC-3830-8B43C336935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74">
            <a:extLst>
              <a:ext uri="{FF2B5EF4-FFF2-40B4-BE49-F238E27FC236}">
                <a16:creationId xmlns:a16="http://schemas.microsoft.com/office/drawing/2014/main" id="{D45FA400-FFFB-FCFC-1CEA-7CA1E4519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612" y="3237305"/>
            <a:ext cx="503999" cy="2676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977662" y="233086"/>
            <a:ext cx="5050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Stage 1. RISC-V 5-cycle Multicycle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885719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923589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35241F-0C11-48EF-D642-426AC51B513F}"/>
              </a:ext>
            </a:extLst>
          </p:cNvPr>
          <p:cNvSpPr/>
          <p:nvPr/>
        </p:nvSpPr>
        <p:spPr>
          <a:xfrm>
            <a:off x="445883" y="431511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F1802F-BAB3-6E97-9130-2BCE1AE0A5DC}"/>
              </a:ext>
            </a:extLst>
          </p:cNvPr>
          <p:cNvSpPr txBox="1"/>
          <p:nvPr/>
        </p:nvSpPr>
        <p:spPr>
          <a:xfrm>
            <a:off x="399489" y="4649279"/>
            <a:ext cx="4251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FSM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2803315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2725416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1713592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37693FA-7149-8EC0-7762-41736045A7FE}"/>
              </a:ext>
            </a:extLst>
          </p:cNvPr>
          <p:cNvCxnSpPr>
            <a:cxnSpLocks/>
          </p:cNvCxnSpPr>
          <p:nvPr/>
        </p:nvCxnSpPr>
        <p:spPr>
          <a:xfrm>
            <a:off x="748865" y="4746927"/>
            <a:ext cx="325513" cy="6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3106297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2573441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1713592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/>
          <p:nvPr/>
        </p:nvCxnSpPr>
        <p:spPr>
          <a:xfrm>
            <a:off x="1713592" y="3677653"/>
            <a:ext cx="572408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2572114" y="4519030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6194351-1F6F-6ECD-551A-2B077972FE1F}"/>
              </a:ext>
            </a:extLst>
          </p:cNvPr>
          <p:cNvCxnSpPr/>
          <p:nvPr/>
        </p:nvCxnSpPr>
        <p:spPr>
          <a:xfrm>
            <a:off x="2870131" y="330940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894652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952971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1716844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2572114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893325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951644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1715517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2754790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2639349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0B969FF2-6DAD-23DC-28B8-ACF737E02DB2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3BF5B236-4D8B-849D-0CDF-2CB1B5EE7284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E9784F2-B3AB-C0FA-FDFE-48C83AB9B12E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CF1E05C7-0258-A1DB-5D4E-EA66C6CAA296}"/>
              </a:ext>
            </a:extLst>
          </p:cNvPr>
          <p:cNvGrpSpPr/>
          <p:nvPr/>
        </p:nvGrpSpPr>
        <p:grpSpPr>
          <a:xfrm>
            <a:off x="8385327" y="3269097"/>
            <a:ext cx="292770" cy="637674"/>
            <a:chOff x="1074820" y="1507958"/>
            <a:chExt cx="292770" cy="637674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9B1C3327-A611-2BA8-B007-9186CF3A0E42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3874B16B-1236-9BD1-3E90-062756FAD0B0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545D7D5-18F9-460B-16FB-45A5E5B3036A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8D96393-1B92-25C8-CCC7-A10F33059D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53456A5-2F22-6878-6368-381F766CB3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0460A47E-6551-87B8-D148-22BB0E7B22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5A016AB0-C9E3-96DB-019B-5F43AB8DD8B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FD895F0D-4BF5-DC7B-F7F3-413542C80AFB}"/>
              </a:ext>
            </a:extLst>
          </p:cNvPr>
          <p:cNvCxnSpPr>
            <a:cxnSpLocks/>
          </p:cNvCxnSpPr>
          <p:nvPr/>
        </p:nvCxnSpPr>
        <p:spPr>
          <a:xfrm>
            <a:off x="8211392" y="3800492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8A322888-ED2A-D52F-5D81-55A9F50D831D}"/>
              </a:ext>
            </a:extLst>
          </p:cNvPr>
          <p:cNvCxnSpPr/>
          <p:nvPr/>
        </p:nvCxnSpPr>
        <p:spPr>
          <a:xfrm>
            <a:off x="8207519" y="337537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804838" y="3309402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3" name="TextBox 252">
            <a:extLst>
              <a:ext uri="{FF2B5EF4-FFF2-40B4-BE49-F238E27FC236}">
                <a16:creationId xmlns:a16="http://schemas.microsoft.com/office/drawing/2014/main" id="{36155029-AEDE-5375-DD7F-E67A49CF35AF}"/>
              </a:ext>
            </a:extLst>
          </p:cNvPr>
          <p:cNvSpPr txBox="1"/>
          <p:nvPr/>
        </p:nvSpPr>
        <p:spPr>
          <a:xfrm>
            <a:off x="1016808" y="4611234"/>
            <a:ext cx="4363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state</a:t>
            </a:r>
          </a:p>
        </p:txBody>
      </p: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18102C07-F7E1-1AF1-477B-00B68F177F07}"/>
              </a:ext>
            </a:extLst>
          </p:cNvPr>
          <p:cNvSpPr txBox="1"/>
          <p:nvPr/>
        </p:nvSpPr>
        <p:spPr>
          <a:xfrm>
            <a:off x="7795398" y="326222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0A05C49-A5A2-CC74-BAEB-00CF47323BC9}"/>
              </a:ext>
            </a:extLst>
          </p:cNvPr>
          <p:cNvSpPr txBox="1"/>
          <p:nvPr/>
        </p:nvSpPr>
        <p:spPr>
          <a:xfrm>
            <a:off x="7776328" y="3693360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178740B-BE6B-31B0-B4FD-0ED1D3EABF36}"/>
              </a:ext>
            </a:extLst>
          </p:cNvPr>
          <p:cNvSpPr txBox="1"/>
          <p:nvPr/>
        </p:nvSpPr>
        <p:spPr>
          <a:xfrm>
            <a:off x="8430583" y="3473909"/>
            <a:ext cx="33054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“-”</a:t>
            </a:r>
          </a:p>
        </p:txBody>
      </p: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87860765-22E8-2DBF-0155-43937E1810EB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E335D321-53C8-872A-430E-7732E67F0A79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FF5E826E-C5DA-266A-3DEA-9D97594449EE}"/>
              </a:ext>
            </a:extLst>
          </p:cNvPr>
          <p:cNvCxnSpPr/>
          <p:nvPr/>
        </p:nvCxnSpPr>
        <p:spPr>
          <a:xfrm>
            <a:off x="9424268" y="4047113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370ACF3C-5A72-31AC-3830-8B43C336935F}"/>
              </a:ext>
            </a:extLst>
          </p:cNvPr>
          <p:cNvCxnSpPr>
            <a:cxnSpLocks/>
          </p:cNvCxnSpPr>
          <p:nvPr/>
        </p:nvCxnSpPr>
        <p:spPr>
          <a:xfrm>
            <a:off x="9376888" y="3598400"/>
            <a:ext cx="0" cy="6502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BF12A351-142A-23D7-36BD-9308B9D720AA}"/>
              </a:ext>
            </a:extLst>
          </p:cNvPr>
          <p:cNvCxnSpPr>
            <a:cxnSpLocks/>
          </p:cNvCxnSpPr>
          <p:nvPr/>
        </p:nvCxnSpPr>
        <p:spPr>
          <a:xfrm>
            <a:off x="8690708" y="3591169"/>
            <a:ext cx="69556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217BFE6B-83C0-118F-3EA4-EE097B7E7653}"/>
              </a:ext>
            </a:extLst>
          </p:cNvPr>
          <p:cNvCxnSpPr>
            <a:cxnSpLocks/>
          </p:cNvCxnSpPr>
          <p:nvPr/>
        </p:nvCxnSpPr>
        <p:spPr>
          <a:xfrm>
            <a:off x="10346754" y="3130172"/>
            <a:ext cx="3794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CC2E6CF6-7F9B-DF2E-8401-A11C6FFE7D1D}"/>
              </a:ext>
            </a:extLst>
          </p:cNvPr>
          <p:cNvCxnSpPr>
            <a:cxnSpLocks/>
          </p:cNvCxnSpPr>
          <p:nvPr/>
        </p:nvCxnSpPr>
        <p:spPr>
          <a:xfrm flipV="1">
            <a:off x="10852467" y="3154000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21692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A809ED9C-1989-3F7A-A27F-82708627EF06}"/>
              </a:ext>
            </a:extLst>
          </p:cNvPr>
          <p:cNvCxnSpPr/>
          <p:nvPr/>
        </p:nvCxnSpPr>
        <p:spPr>
          <a:xfrm flipH="1">
            <a:off x="10341685" y="3482439"/>
            <a:ext cx="7283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0DF5C10B-70F5-AFDE-6F85-1BA18738B121}"/>
              </a:ext>
            </a:extLst>
          </p:cNvPr>
          <p:cNvCxnSpPr/>
          <p:nvPr/>
        </p:nvCxnSpPr>
        <p:spPr>
          <a:xfrm flipV="1">
            <a:off x="10341685" y="3142034"/>
            <a:ext cx="0" cy="3404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50CAF1-DAFF-41B1-37D9-3AA58EDF71DA}"/>
              </a:ext>
            </a:extLst>
          </p:cNvPr>
          <p:cNvSpPr txBox="1"/>
          <p:nvPr/>
        </p:nvSpPr>
        <p:spPr>
          <a:xfrm>
            <a:off x="8640052" y="338756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0E20165-74AC-DD4D-AA48-ADD102893E58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8960DDE-F577-2D0B-E329-28A527662C2D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A06088D-98A3-A19E-21B7-06392BDC9225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7D1D89E-75CE-1BE7-C5F4-51F595DF5A7B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87A6830-E015-B38A-0059-D14AC408B7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9DBD266-1003-B3C8-0754-4799002739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21776EC-071F-B571-C86B-0A0DA830C4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7113F7-BE3F-C063-EF42-353858130E8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44F7234-410C-25D4-213C-932ED214CEA2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33DC5DC-F120-3662-5DC9-4D6D8B08EBA0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ACE971-B3B8-76F7-BEAC-B98AF5AE845F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8C6D111-8409-B69D-7F4D-1EAFFBC86D2F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EEB1E0-6493-4023-ADC1-CE06FABB4ECF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44754E-6632-B039-2821-0640C926BB12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74F664-B6FE-876B-6F6D-6B0987070041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EB535AF-BDE4-1847-B2CC-ED37430A4C46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E8C08F4-6B7C-4580-23CA-753663A3987B}"/>
              </a:ext>
            </a:extLst>
          </p:cNvPr>
          <p:cNvCxnSpPr/>
          <p:nvPr/>
        </p:nvCxnSpPr>
        <p:spPr>
          <a:xfrm>
            <a:off x="9462368" y="4084284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9066061-6913-FC84-2215-495F7DB70ED3}"/>
              </a:ext>
            </a:extLst>
          </p:cNvPr>
          <p:cNvCxnSpPr/>
          <p:nvPr/>
        </p:nvCxnSpPr>
        <p:spPr>
          <a:xfrm>
            <a:off x="9514036" y="4115287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65ADDE-BA27-5782-2BA6-2E54CBD9C0C4}"/>
              </a:ext>
            </a:extLst>
          </p:cNvPr>
          <p:cNvCxnSpPr>
            <a:cxnSpLocks/>
          </p:cNvCxnSpPr>
          <p:nvPr/>
        </p:nvCxnSpPr>
        <p:spPr>
          <a:xfrm flipV="1">
            <a:off x="10915967" y="3114188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6D85414-7527-6B63-2578-61E5AA31E7EA}"/>
              </a:ext>
            </a:extLst>
          </p:cNvPr>
          <p:cNvCxnSpPr>
            <a:cxnSpLocks/>
          </p:cNvCxnSpPr>
          <p:nvPr/>
        </p:nvCxnSpPr>
        <p:spPr>
          <a:xfrm flipV="1">
            <a:off x="10776267" y="3233786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921C9C5-2DFB-C76A-4D92-6A511FF5BBF4}"/>
              </a:ext>
            </a:extLst>
          </p:cNvPr>
          <p:cNvCxnSpPr/>
          <p:nvPr/>
        </p:nvCxnSpPr>
        <p:spPr>
          <a:xfrm>
            <a:off x="2870131" y="3429000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7C242C4-9BDE-35B9-11F3-F09FF7C08848}"/>
              </a:ext>
            </a:extLst>
          </p:cNvPr>
          <p:cNvGrpSpPr/>
          <p:nvPr/>
        </p:nvGrpSpPr>
        <p:grpSpPr>
          <a:xfrm rot="16200000">
            <a:off x="8495764" y="2520050"/>
            <a:ext cx="405246" cy="267608"/>
            <a:chOff x="6169099" y="3766490"/>
            <a:chExt cx="533480" cy="267608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ADA4DBF6-5BC1-7443-F4A8-C37F2A616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8580" y="3766490"/>
              <a:ext cx="503999" cy="267608"/>
            </a:xfrm>
            <a:prstGeom prst="rect">
              <a:avLst/>
            </a:prstGeom>
          </p:spPr>
        </p:pic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861176B7-9B3B-7106-C3CD-F90CCEF592F1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838587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6AA41B44-529F-F6BF-0A9B-4AD3BD64CCCA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958185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103</Words>
  <Application>Microsoft Office PowerPoint</Application>
  <PresentationFormat>Widescreen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5</cp:revision>
  <cp:lastPrinted>2025-06-30T18:02:45Z</cp:lastPrinted>
  <dcterms:created xsi:type="dcterms:W3CDTF">2025-06-30T15:01:42Z</dcterms:created>
  <dcterms:modified xsi:type="dcterms:W3CDTF">2026-03-05T22:28:09Z</dcterms:modified>
</cp:coreProperties>
</file>