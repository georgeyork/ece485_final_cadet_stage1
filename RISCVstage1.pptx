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DD0B5-D942-4567-8F05-3DE6A7D9EE97}" v="7" dt="2026-03-10T03:16:48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14" d="100"/>
          <a:sy n="214" d="100"/>
        </p:scale>
        <p:origin x="-7242" y="-3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3-10T03:17:44.219" v="170" actId="1076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10T03:17:44.219" v="170" actId="1076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09T19:37:18.425" v="93" actId="1076"/>
          <ac:spMkLst>
            <pc:docMk/>
            <pc:sldMk cId="1501170907" sldId="256"/>
            <ac:spMk id="2" creationId="{8150CAF1-DAFF-41B1-37D9-3AA58EDF71DA}"/>
          </ac:spMkLst>
        </pc:spChg>
        <pc:spChg chg="add mod">
          <ac:chgData name="York, George W CIV USAF USAFA DF/DFEC" userId="1fb5875a-4594-4db2-80fb-f0db3de11280" providerId="ADAL" clId="{09330963-85FD-4C99-A81B-94D0EE5CFFEB}" dt="2026-03-10T03:17:02.805" v="166" actId="1076"/>
          <ac:spMkLst>
            <pc:docMk/>
            <pc:sldMk cId="1501170907" sldId="256"/>
            <ac:spMk id="19" creationId="{89294767-9693-12FB-F91B-585DBA590164}"/>
          </ac:spMkLst>
        </pc:spChg>
        <pc:spChg chg="add mod">
          <ac:chgData name="York, George W CIV USAF USAFA DF/DFEC" userId="1fb5875a-4594-4db2-80fb-f0db3de11280" providerId="ADAL" clId="{09330963-85FD-4C99-A81B-94D0EE5CFFEB}" dt="2026-03-10T03:17:02.805" v="166" actId="1076"/>
          <ac:spMkLst>
            <pc:docMk/>
            <pc:sldMk cId="1501170907" sldId="256"/>
            <ac:spMk id="20" creationId="{069E7558-662D-A862-C258-A13675E11FD3}"/>
          </ac:spMkLst>
        </pc:spChg>
        <pc:spChg chg="add del mod">
          <ac:chgData name="York, George W CIV USAF USAFA DF/DFEC" userId="1fb5875a-4594-4db2-80fb-f0db3de11280" providerId="ADAL" clId="{09330963-85FD-4C99-A81B-94D0EE5CFFEB}" dt="2026-03-09T19:38:46.476" v="107" actId="478"/>
          <ac:spMkLst>
            <pc:docMk/>
            <pc:sldMk cId="1501170907" sldId="256"/>
            <ac:spMk id="30" creationId="{B8ACE971-B3B8-76F7-BEAC-B98AF5AE845F}"/>
          </ac:spMkLst>
        </pc:spChg>
        <pc:spChg chg="add mod">
          <ac:chgData name="York, George W CIV USAF USAFA DF/DFEC" userId="1fb5875a-4594-4db2-80fb-f0db3de11280" providerId="ADAL" clId="{09330963-85FD-4C99-A81B-94D0EE5CFFEB}" dt="2026-03-09T19:37:07.744" v="92" actId="208"/>
          <ac:spMkLst>
            <pc:docMk/>
            <pc:sldMk cId="1501170907" sldId="256"/>
            <ac:spMk id="34" creationId="{E089EF47-1FBA-968D-84FC-D9F5ADF229B0}"/>
          </ac:spMkLst>
        </pc:spChg>
        <pc:spChg chg="add mod">
          <ac:chgData name="York, George W CIV USAF USAFA DF/DFEC" userId="1fb5875a-4594-4db2-80fb-f0db3de11280" providerId="ADAL" clId="{09330963-85FD-4C99-A81B-94D0EE5CFFEB}" dt="2026-03-05T21:13:34.047" v="26" actId="1076"/>
          <ac:spMkLst>
            <pc:docMk/>
            <pc:sldMk cId="1501170907" sldId="256"/>
            <ac:spMk id="36" creationId="{61EEB1E0-6493-4023-ADC1-CE06FABB4ECF}"/>
          </ac:spMkLst>
        </pc:spChg>
        <pc:spChg chg="add mod">
          <ac:chgData name="York, George W CIV USAF USAFA DF/DFEC" userId="1fb5875a-4594-4db2-80fb-f0db3de11280" providerId="ADAL" clId="{09330963-85FD-4C99-A81B-94D0EE5CFFEB}" dt="2026-03-10T03:17:02.805" v="166" actId="1076"/>
          <ac:spMkLst>
            <pc:docMk/>
            <pc:sldMk cId="1501170907" sldId="256"/>
            <ac:spMk id="61" creationId="{E1A5FDD0-72BB-45F6-DD2E-55830C394C7A}"/>
          </ac:spMkLst>
        </pc:spChg>
        <pc:spChg chg="del mod">
          <ac:chgData name="York, George W CIV USAF USAFA DF/DFEC" userId="1fb5875a-4594-4db2-80fb-f0db3de11280" providerId="ADAL" clId="{09330963-85FD-4C99-A81B-94D0EE5CFFEB}" dt="2026-03-09T19:38:34.496" v="105" actId="478"/>
          <ac:spMkLst>
            <pc:docMk/>
            <pc:sldMk cId="1501170907" sldId="256"/>
            <ac:spMk id="160" creationId="{3BF5B236-4D8B-849D-0CDF-2CB1B5EE7284}"/>
          </ac:spMkLst>
        </pc:spChg>
        <pc:spChg chg="del mod">
          <ac:chgData name="York, George W CIV USAF USAFA DF/DFEC" userId="1fb5875a-4594-4db2-80fb-f0db3de11280" providerId="ADAL" clId="{09330963-85FD-4C99-A81B-94D0EE5CFFEB}" dt="2026-03-09T19:38:34.496" v="105" actId="478"/>
          <ac:spMkLst>
            <pc:docMk/>
            <pc:sldMk cId="1501170907" sldId="256"/>
            <ac:spMk id="161" creationId="{0E9784F2-B3AB-C0FA-FDFE-48C83AB9B12E}"/>
          </ac:spMkLst>
        </pc:spChg>
        <pc:spChg chg="mod">
          <ac:chgData name="York, George W CIV USAF USAFA DF/DFEC" userId="1fb5875a-4594-4db2-80fb-f0db3de11280" providerId="ADAL" clId="{09330963-85FD-4C99-A81B-94D0EE5CFFEB}" dt="2026-03-09T19:38:02.056" v="102" actId="1076"/>
          <ac:spMkLst>
            <pc:docMk/>
            <pc:sldMk cId="1501170907" sldId="256"/>
            <ac:spMk id="264" creationId="{18102C07-F7E1-1AF1-477B-00B68F177F07}"/>
          </ac:spMkLst>
        </pc:spChg>
        <pc:spChg chg="mod">
          <ac:chgData name="York, George W CIV USAF USAFA DF/DFEC" userId="1fb5875a-4594-4db2-80fb-f0db3de11280" providerId="ADAL" clId="{09330963-85FD-4C99-A81B-94D0EE5CFFEB}" dt="2026-03-09T19:38:06.359" v="103" actId="1076"/>
          <ac:spMkLst>
            <pc:docMk/>
            <pc:sldMk cId="1501170907" sldId="256"/>
            <ac:spMk id="265" creationId="{00A05C49-A5A2-CC74-BAEB-00CF47323BC9}"/>
          </ac:spMkLst>
        </pc:spChg>
        <pc:spChg chg="del">
          <ac:chgData name="York, George W CIV USAF USAFA DF/DFEC" userId="1fb5875a-4594-4db2-80fb-f0db3de11280" providerId="ADAL" clId="{09330963-85FD-4C99-A81B-94D0EE5CFFEB}" dt="2026-03-09T19:38:10.899" v="104" actId="478"/>
          <ac:spMkLst>
            <pc:docMk/>
            <pc:sldMk cId="1501170907" sldId="256"/>
            <ac:spMk id="266" creationId="{B178740B-BE6B-31B0-B4FD-0ED1D3EABF36}"/>
          </ac:spMkLst>
        </pc:spChg>
        <pc:spChg chg="mod">
          <ac:chgData name="York, George W CIV USAF USAFA DF/DFEC" userId="1fb5875a-4594-4db2-80fb-f0db3de11280" providerId="ADAL" clId="{09330963-85FD-4C99-A81B-94D0EE5CFFEB}" dt="2026-03-05T21:13:59.105" v="29" actId="1076"/>
          <ac:spMkLst>
            <pc:docMk/>
            <pc:sldMk cId="1501170907" sldId="256"/>
            <ac:spMk id="270" creationId="{E335D321-53C8-872A-430E-7732E67F0A79}"/>
          </ac:spMkLst>
        </pc:spChg>
        <pc:spChg chg="mod">
          <ac:chgData name="York, George W CIV USAF USAFA DF/DFEC" userId="1fb5875a-4594-4db2-80fb-f0db3de11280" providerId="ADAL" clId="{09330963-85FD-4C99-A81B-94D0EE5CFFEB}" dt="2026-03-10T03:16:13.036" v="160" actId="1076"/>
          <ac:spMkLst>
            <pc:docMk/>
            <pc:sldMk cId="1501170907" sldId="256"/>
            <ac:spMk id="343" creationId="{8D054836-2157-3BAC-A7D8-5291EF62197A}"/>
          </ac:spMkLst>
        </pc:spChg>
        <pc:grpChg chg="add del mod">
          <ac:chgData name="York, George W CIV USAF USAFA DF/DFEC" userId="1fb5875a-4594-4db2-80fb-f0db3de11280" providerId="ADAL" clId="{09330963-85FD-4C99-A81B-94D0EE5CFFEB}" dt="2026-03-09T19:38:34.496" v="105" actId="478"/>
          <ac:grpSpMkLst>
            <pc:docMk/>
            <pc:sldMk cId="1501170907" sldId="256"/>
            <ac:grpSpMk id="3" creationId="{F0E20165-74AC-DD4D-AA48-ADD102893E58}"/>
          </ac:grpSpMkLst>
        </pc:grpChg>
        <pc:grpChg chg="add mod">
          <ac:chgData name="York, George W CIV USAF USAFA DF/DFEC" userId="1fb5875a-4594-4db2-80fb-f0db3de11280" providerId="ADAL" clId="{09330963-85FD-4C99-A81B-94D0EE5CFFEB}" dt="2026-03-10T03:17:02.805" v="166" actId="1076"/>
          <ac:grpSpMkLst>
            <pc:docMk/>
            <pc:sldMk cId="1501170907" sldId="256"/>
            <ac:grpSpMk id="21" creationId="{B6F95654-DFED-E9E7-17A4-3C62565E7F0F}"/>
          </ac:grpSpMkLst>
        </pc:grpChg>
        <pc:grpChg chg="add mod">
          <ac:chgData name="York, George W CIV USAF USAFA DF/DFEC" userId="1fb5875a-4594-4db2-80fb-f0db3de11280" providerId="ADAL" clId="{09330963-85FD-4C99-A81B-94D0EE5CFFEB}" dt="2026-03-05T21:24:47.725" v="84" actId="14100"/>
          <ac:grpSpMkLst>
            <pc:docMk/>
            <pc:sldMk cId="1501170907" sldId="256"/>
            <ac:grpSpMk id="86" creationId="{B7C242C4-9BDE-35B9-11F3-F09FF7C08848}"/>
          </ac:grpSpMkLst>
        </pc:grpChg>
        <pc:grpChg chg="add del mod">
          <ac:chgData name="York, George W CIV USAF USAFA DF/DFEC" userId="1fb5875a-4594-4db2-80fb-f0db3de11280" providerId="ADAL" clId="{09330963-85FD-4C99-A81B-94D0EE5CFFEB}" dt="2026-03-10T03:15:50.703" v="156" actId="478"/>
          <ac:grpSpMkLst>
            <pc:docMk/>
            <pc:sldMk cId="1501170907" sldId="256"/>
            <ac:grpSpMk id="92" creationId="{63B9F29D-4E93-C2E7-5BD6-CD0DFEFBA557}"/>
          </ac:grpSpMkLst>
        </pc:grpChg>
        <pc:grpChg chg="mod">
          <ac:chgData name="York, George W CIV USAF USAFA DF/DFEC" userId="1fb5875a-4594-4db2-80fb-f0db3de11280" providerId="ADAL" clId="{09330963-85FD-4C99-A81B-94D0EE5CFFEB}" dt="2026-03-10T03:15:59.551" v="157" actId="14100"/>
          <ac:grpSpMkLst>
            <pc:docMk/>
            <pc:sldMk cId="1501170907" sldId="256"/>
            <ac:grpSpMk id="162" creationId="{5752E8FD-FCF1-9D02-67ED-6A11A8F587F0}"/>
          </ac:grpSpMkLst>
        </pc:grpChg>
        <pc:grpChg chg="del">
          <ac:chgData name="York, George W CIV USAF USAFA DF/DFEC" userId="1fb5875a-4594-4db2-80fb-f0db3de11280" providerId="ADAL" clId="{09330963-85FD-4C99-A81B-94D0EE5CFFEB}" dt="2026-03-09T19:38:10.899" v="104" actId="478"/>
          <ac:grpSpMkLst>
            <pc:docMk/>
            <pc:sldMk cId="1501170907" sldId="256"/>
            <ac:grpSpMk id="175" creationId="{CF1E05C7-0258-A1DB-5D4E-EA66C6CAA296}"/>
          </ac:grpSpMkLst>
        </pc:grpChg>
        <pc:picChg chg="add mod ord">
          <ac:chgData name="York, George W CIV USAF USAFA DF/DFEC" userId="1fb5875a-4594-4db2-80fb-f0db3de11280" providerId="ADAL" clId="{09330963-85FD-4C99-A81B-94D0EE5CFFEB}" dt="2026-03-05T21:23:26.837" v="71" actId="14100"/>
          <ac:picMkLst>
            <pc:docMk/>
            <pc:sldMk cId="1501170907" sldId="256"/>
            <ac:picMk id="75" creationId="{D45FA400-FFFB-FCFC-1CEA-7CA1E4519E91}"/>
          </ac:picMkLst>
        </pc:picChg>
        <pc:picChg chg="add mod">
          <ac:chgData name="York, George W CIV USAF USAFA DF/DFEC" userId="1fb5875a-4594-4db2-80fb-f0db3de11280" providerId="ADAL" clId="{09330963-85FD-4C99-A81B-94D0EE5CFFEB}" dt="2026-03-05T21:24:27.036" v="80" actId="164"/>
          <ac:picMkLst>
            <pc:docMk/>
            <pc:sldMk cId="1501170907" sldId="256"/>
            <ac:picMk id="77" creationId="{ADA4DBF6-5BC1-7443-F4A8-C37F2A616150}"/>
          </ac:picMkLst>
        </pc:picChg>
        <pc:cxnChg chg="mod">
          <ac:chgData name="York, George W CIV USAF USAFA DF/DFEC" userId="1fb5875a-4594-4db2-80fb-f0db3de11280" providerId="ADAL" clId="{09330963-85FD-4C99-A81B-94D0EE5CFFEB}" dt="2026-03-10T03:16:48.581" v="164"/>
          <ac:cxnSpMkLst>
            <pc:docMk/>
            <pc:sldMk cId="1501170907" sldId="256"/>
            <ac:cxnSpMk id="23" creationId="{760B40A2-77E4-F9AB-5352-FD258D2E0425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09T19:38:34.496" v="105" actId="478"/>
          <ac:cxnSpMkLst>
            <pc:docMk/>
            <pc:sldMk cId="1501170907" sldId="256"/>
            <ac:cxnSpMk id="26" creationId="{444F7234-410C-25D4-213C-932ED214CEA2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48.581" v="164"/>
          <ac:cxnSpMkLst>
            <pc:docMk/>
            <pc:sldMk cId="1501170907" sldId="256"/>
            <ac:cxnSpMk id="26" creationId="{71486C0B-ABD0-3F3F-1AA3-5AFB250919DE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48.581" v="164"/>
          <ac:cxnSpMkLst>
            <pc:docMk/>
            <pc:sldMk cId="1501170907" sldId="256"/>
            <ac:cxnSpMk id="28" creationId="{48A9E97E-CD49-94C9-AAB0-95C96A07115C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09T19:38:34.496" v="105" actId="478"/>
          <ac:cxnSpMkLst>
            <pc:docMk/>
            <pc:sldMk cId="1501170907" sldId="256"/>
            <ac:cxnSpMk id="28" creationId="{B33DC5DC-F120-3662-5DC9-4D6D8B08EBA0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48.581" v="164"/>
          <ac:cxnSpMkLst>
            <pc:docMk/>
            <pc:sldMk cId="1501170907" sldId="256"/>
            <ac:cxnSpMk id="30" creationId="{BD9D2B64-A65F-417E-BA0D-6C606C967A0F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48.581" v="164"/>
          <ac:cxnSpMkLst>
            <pc:docMk/>
            <pc:sldMk cId="1501170907" sldId="256"/>
            <ac:cxnSpMk id="32" creationId="{F0441355-68E2-EB62-442A-63BEF57CC44E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13:34.047" v="26" actId="1076"/>
          <ac:cxnSpMkLst>
            <pc:docMk/>
            <pc:sldMk cId="1501170907" sldId="256"/>
            <ac:cxnSpMk id="35" creationId="{D8C6D111-8409-B69D-7F4D-1EAFFBC86D2F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14:17.674" v="32" actId="1076"/>
          <ac:cxnSpMkLst>
            <pc:docMk/>
            <pc:sldMk cId="1501170907" sldId="256"/>
            <ac:cxnSpMk id="37" creationId="{EF44754E-6632-B039-2821-0640C926BB1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15:10.043" v="36" actId="692"/>
          <ac:cxnSpMkLst>
            <pc:docMk/>
            <pc:sldMk cId="1501170907" sldId="256"/>
            <ac:cxnSpMk id="38" creationId="{C974F664-B6FE-876B-6F6D-6B0987070041}"/>
          </ac:cxnSpMkLst>
        </pc:cxnChg>
        <pc:cxnChg chg="add mod">
          <ac:chgData name="York, George W CIV USAF USAFA DF/DFEC" userId="1fb5875a-4594-4db2-80fb-f0db3de11280" providerId="ADAL" clId="{09330963-85FD-4C99-A81B-94D0EE5CFFEB}" dt="2026-03-09T19:37:56.199" v="101" actId="14100"/>
          <ac:cxnSpMkLst>
            <pc:docMk/>
            <pc:sldMk cId="1501170907" sldId="256"/>
            <ac:cxnSpMk id="47" creationId="{429F048B-FDD6-233F-3053-92BFE74735BF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16:35.980" v="163" actId="14100"/>
          <ac:cxnSpMkLst>
            <pc:docMk/>
            <pc:sldMk cId="1501170907" sldId="256"/>
            <ac:cxnSpMk id="52" creationId="{5EB535AF-BDE4-1847-B2CC-ED37430A4C46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09T22:14:56.030" v="131" actId="478"/>
          <ac:cxnSpMkLst>
            <pc:docMk/>
            <pc:sldMk cId="1501170907" sldId="256"/>
            <ac:cxnSpMk id="54" creationId="{2E8C08F4-6B7C-4580-23CA-753663A3987B}"/>
          </ac:cxnSpMkLst>
        </pc:cxnChg>
        <pc:cxnChg chg="mod">
          <ac:chgData name="York, George W CIV USAF USAFA DF/DFEC" userId="1fb5875a-4594-4db2-80fb-f0db3de11280" providerId="ADAL" clId="{09330963-85FD-4C99-A81B-94D0EE5CFFEB}" dt="2026-03-10T03:17:02.805" v="166" actId="1076"/>
          <ac:cxnSpMkLst>
            <pc:docMk/>
            <pc:sldMk cId="1501170907" sldId="256"/>
            <ac:cxnSpMk id="54" creationId="{703B9A94-DC24-132F-F43C-A3FA7B28C588}"/>
          </ac:cxnSpMkLst>
        </pc:cxnChg>
        <pc:cxnChg chg="add mod">
          <ac:chgData name="York, George W CIV USAF USAFA DF/DFEC" userId="1fb5875a-4594-4db2-80fb-f0db3de11280" providerId="ADAL" clId="{09330963-85FD-4C99-A81B-94D0EE5CFFEB}" dt="2026-03-09T22:15:09.567" v="136" actId="14100"/>
          <ac:cxnSpMkLst>
            <pc:docMk/>
            <pc:sldMk cId="1501170907" sldId="256"/>
            <ac:cxnSpMk id="57" creationId="{A9066061-6913-FC84-2215-495F7DB70ED3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17:02.805" v="166" actId="1076"/>
          <ac:cxnSpMkLst>
            <pc:docMk/>
            <pc:sldMk cId="1501170907" sldId="256"/>
            <ac:cxnSpMk id="58" creationId="{2A1832F8-8198-4655-9DC3-8E0FDA0AB61F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09T22:15:16.529" v="138" actId="478"/>
          <ac:cxnSpMkLst>
            <pc:docMk/>
            <pc:sldMk cId="1501170907" sldId="256"/>
            <ac:cxnSpMk id="58" creationId="{FC65ADDE-BA27-5782-2BA6-2E54CBD9C0C4}"/>
          </ac:cxnSpMkLst>
        </pc:cxnChg>
        <pc:cxnChg chg="add mod">
          <ac:chgData name="York, George W CIV USAF USAFA DF/DFEC" userId="1fb5875a-4594-4db2-80fb-f0db3de11280" providerId="ADAL" clId="{09330963-85FD-4C99-A81B-94D0EE5CFFEB}" dt="2026-03-09T22:15:22.583" v="141" actId="14100"/>
          <ac:cxnSpMkLst>
            <pc:docMk/>
            <pc:sldMk cId="1501170907" sldId="256"/>
            <ac:cxnSpMk id="59" creationId="{66D85414-7527-6B63-2578-61E5AA31E7EA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23:44.005" v="73" actId="1076"/>
          <ac:cxnSpMkLst>
            <pc:docMk/>
            <pc:sldMk cId="1501170907" sldId="256"/>
            <ac:cxnSpMk id="76" creationId="{9921C9C5-2DFB-C76A-4D92-6A511FF5BBF4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24:27.036" v="80" actId="164"/>
          <ac:cxnSpMkLst>
            <pc:docMk/>
            <pc:sldMk cId="1501170907" sldId="256"/>
            <ac:cxnSpMk id="79" creationId="{861176B7-9B3B-7106-C3CD-F90CCEF592F1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1:24:27.036" v="80" actId="164"/>
          <ac:cxnSpMkLst>
            <pc:docMk/>
            <pc:sldMk cId="1501170907" sldId="256"/>
            <ac:cxnSpMk id="80" creationId="{6AA41B44-529F-F6BF-0A9B-4AD3BD64CCCA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16:14.979" v="161" actId="478"/>
          <ac:cxnSpMkLst>
            <pc:docMk/>
            <pc:sldMk cId="1501170907" sldId="256"/>
            <ac:cxnSpMk id="88" creationId="{3FAD1D88-A773-512B-A49B-23DAEE5D2ECE}"/>
          </ac:cxnSpMkLst>
        </pc:cxnChg>
        <pc:cxnChg chg="mod">
          <ac:chgData name="York, George W CIV USAF USAFA DF/DFEC" userId="1fb5875a-4594-4db2-80fb-f0db3de11280" providerId="ADAL" clId="{09330963-85FD-4C99-A81B-94D0EE5CFFEB}" dt="2026-03-05T21:23:38.557" v="72" actId="1076"/>
          <ac:cxnSpMkLst>
            <pc:docMk/>
            <pc:sldMk cId="1501170907" sldId="256"/>
            <ac:cxnSpMk id="105" creationId="{96194351-1F6F-6ECD-551A-2B077972FE1F}"/>
          </ac:cxnSpMkLst>
        </pc:cxnChg>
        <pc:cxnChg chg="mod">
          <ac:chgData name="York, George W CIV USAF USAFA DF/DFEC" userId="1fb5875a-4594-4db2-80fb-f0db3de11280" providerId="ADAL" clId="{09330963-85FD-4C99-A81B-94D0EE5CFFEB}" dt="2026-03-09T22:11:44.978" v="111"/>
          <ac:cxnSpMkLst>
            <pc:docMk/>
            <pc:sldMk cId="1501170907" sldId="256"/>
            <ac:cxnSpMk id="106" creationId="{DFE56B22-44E3-56CC-FE37-F11D497442B6}"/>
          </ac:cxnSpMkLst>
        </pc:cxnChg>
        <pc:cxnChg chg="mod">
          <ac:chgData name="York, George W CIV USAF USAFA DF/DFEC" userId="1fb5875a-4594-4db2-80fb-f0db3de11280" providerId="ADAL" clId="{09330963-85FD-4C99-A81B-94D0EE5CFFEB}" dt="2026-03-09T22:11:44.978" v="111"/>
          <ac:cxnSpMkLst>
            <pc:docMk/>
            <pc:sldMk cId="1501170907" sldId="256"/>
            <ac:cxnSpMk id="107" creationId="{9AC4F86B-3F71-AB32-55BA-E578D3EC9D6D}"/>
          </ac:cxnSpMkLst>
        </pc:cxnChg>
        <pc:cxnChg chg="mod">
          <ac:chgData name="York, George W CIV USAF USAFA DF/DFEC" userId="1fb5875a-4594-4db2-80fb-f0db3de11280" providerId="ADAL" clId="{09330963-85FD-4C99-A81B-94D0EE5CFFEB}" dt="2026-03-09T22:11:44.978" v="111"/>
          <ac:cxnSpMkLst>
            <pc:docMk/>
            <pc:sldMk cId="1501170907" sldId="256"/>
            <ac:cxnSpMk id="108" creationId="{E1A4E398-08C3-C15D-9EEA-FFC7E42B0E76}"/>
          </ac:cxnSpMkLst>
        </pc:cxnChg>
        <pc:cxnChg chg="mod">
          <ac:chgData name="York, George W CIV USAF USAFA DF/DFEC" userId="1fb5875a-4594-4db2-80fb-f0db3de11280" providerId="ADAL" clId="{09330963-85FD-4C99-A81B-94D0EE5CFFEB}" dt="2026-03-09T22:11:44.978" v="111"/>
          <ac:cxnSpMkLst>
            <pc:docMk/>
            <pc:sldMk cId="1501170907" sldId="256"/>
            <ac:cxnSpMk id="109" creationId="{2A2D1917-1660-DC92-A5EE-6BF4EC117D8C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15:50.703" v="156" actId="478"/>
          <ac:cxnSpMkLst>
            <pc:docMk/>
            <pc:sldMk cId="1501170907" sldId="256"/>
            <ac:cxnSpMk id="110" creationId="{FC9BCDE9-D6C7-9180-C87C-C9CDE19A5E96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15:35.556" v="155" actId="1076"/>
          <ac:cxnSpMkLst>
            <pc:docMk/>
            <pc:sldMk cId="1501170907" sldId="256"/>
            <ac:cxnSpMk id="119" creationId="{FAC3FB28-5010-EC3A-6B97-F34204C4FD60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15:11.106" v="151" actId="478"/>
          <ac:cxnSpMkLst>
            <pc:docMk/>
            <pc:sldMk cId="1501170907" sldId="256"/>
            <ac:cxnSpMk id="121" creationId="{62980672-AA0E-72AF-E78B-1B92602A34D9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17:25.205" v="167" actId="14100"/>
          <ac:cxnSpMkLst>
            <pc:docMk/>
            <pc:sldMk cId="1501170907" sldId="256"/>
            <ac:cxnSpMk id="131" creationId="{2B1DBBEC-DD8F-25CA-25EB-E6913CBC1235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17:44.219" v="170" actId="1076"/>
          <ac:cxnSpMkLst>
            <pc:docMk/>
            <pc:sldMk cId="1501170907" sldId="256"/>
            <ac:cxnSpMk id="134" creationId="{CF0B0599-3874-796C-AF55-6F286F9E3343}"/>
          </ac:cxnSpMkLst>
        </pc:cxnChg>
        <pc:cxnChg chg="mod">
          <ac:chgData name="York, George W CIV USAF USAFA DF/DFEC" userId="1fb5875a-4594-4db2-80fb-f0db3de11280" providerId="ADAL" clId="{09330963-85FD-4C99-A81B-94D0EE5CFFEB}" dt="2026-03-05T21:14:11.375" v="30" actId="1076"/>
          <ac:cxnSpMkLst>
            <pc:docMk/>
            <pc:sldMk cId="1501170907" sldId="256"/>
            <ac:cxnSpMk id="152" creationId="{0B969FF2-6DAD-23DC-28B8-ACF737E02DB2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08.892" v="159" actId="14100"/>
          <ac:cxnSpMkLst>
            <pc:docMk/>
            <pc:sldMk cId="1501170907" sldId="256"/>
            <ac:cxnSpMk id="172" creationId="{12A3FC5E-0887-17BA-3438-BBB91A074EC2}"/>
          </ac:cxnSpMkLst>
        </pc:cxnChg>
        <pc:cxnChg chg="del">
          <ac:chgData name="York, George W CIV USAF USAFA DF/DFEC" userId="1fb5875a-4594-4db2-80fb-f0db3de11280" providerId="ADAL" clId="{09330963-85FD-4C99-A81B-94D0EE5CFFEB}" dt="2026-03-09T19:38:10.899" v="104" actId="478"/>
          <ac:cxnSpMkLst>
            <pc:docMk/>
            <pc:sldMk cId="1501170907" sldId="256"/>
            <ac:cxnSpMk id="183" creationId="{FD895F0D-4BF5-DC7B-F7F3-413542C80AFB}"/>
          </ac:cxnSpMkLst>
        </pc:cxnChg>
        <pc:cxnChg chg="mod">
          <ac:chgData name="York, George W CIV USAF USAFA DF/DFEC" userId="1fb5875a-4594-4db2-80fb-f0db3de11280" providerId="ADAL" clId="{09330963-85FD-4C99-A81B-94D0EE5CFFEB}" dt="2026-03-09T19:37:51.296" v="100" actId="14100"/>
          <ac:cxnSpMkLst>
            <pc:docMk/>
            <pc:sldMk cId="1501170907" sldId="256"/>
            <ac:cxnSpMk id="185" creationId="{8A322888-ED2A-D52F-5D81-55A9F50D831D}"/>
          </ac:cxnSpMkLst>
        </pc:cxnChg>
        <pc:cxnChg chg="mod">
          <ac:chgData name="York, George W CIV USAF USAFA DF/DFEC" userId="1fb5875a-4594-4db2-80fb-f0db3de11280" providerId="ADAL" clId="{09330963-85FD-4C99-A81B-94D0EE5CFFEB}" dt="2026-03-05T21:13:59.105" v="29" actId="1076"/>
          <ac:cxnSpMkLst>
            <pc:docMk/>
            <pc:sldMk cId="1501170907" sldId="256"/>
            <ac:cxnSpMk id="269" creationId="{87860765-22E8-2DBF-0155-43937E1810EB}"/>
          </ac:cxnSpMkLst>
        </pc:cxnChg>
        <pc:cxnChg chg="del mod">
          <ac:chgData name="York, George W CIV USAF USAFA DF/DFEC" userId="1fb5875a-4594-4db2-80fb-f0db3de11280" providerId="ADAL" clId="{09330963-85FD-4C99-A81B-94D0EE5CFFEB}" dt="2026-03-09T22:15:04.399" v="134" actId="478"/>
          <ac:cxnSpMkLst>
            <pc:docMk/>
            <pc:sldMk cId="1501170907" sldId="256"/>
            <ac:cxnSpMk id="275" creationId="{FF5E826E-C5DA-266A-3DEA-9D97594449EE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09T22:15:11.380" v="137" actId="1076"/>
          <ac:cxnSpMkLst>
            <pc:docMk/>
            <pc:sldMk cId="1501170907" sldId="256"/>
            <ac:cxnSpMk id="276" creationId="{370ACF3C-5A72-31AC-3830-8B43C336935F}"/>
          </ac:cxnSpMkLst>
        </pc:cxnChg>
        <pc:cxnChg chg="del">
          <ac:chgData name="York, George W CIV USAF USAFA DF/DFEC" userId="1fb5875a-4594-4db2-80fb-f0db3de11280" providerId="ADAL" clId="{09330963-85FD-4C99-A81B-94D0EE5CFFEB}" dt="2026-03-09T19:36:42.246" v="88" actId="478"/>
          <ac:cxnSpMkLst>
            <pc:docMk/>
            <pc:sldMk cId="1501170907" sldId="256"/>
            <ac:cxnSpMk id="280" creationId="{BF12A351-142A-23D7-36BD-9308B9D720AA}"/>
          </ac:cxnSpMkLst>
        </pc:cxnChg>
        <pc:cxnChg chg="mod">
          <ac:chgData name="York, George W CIV USAF USAFA DF/DFEC" userId="1fb5875a-4594-4db2-80fb-f0db3de11280" providerId="ADAL" clId="{09330963-85FD-4C99-A81B-94D0EE5CFFEB}" dt="2026-03-09T22:12:17.853" v="116" actId="1076"/>
          <ac:cxnSpMkLst>
            <pc:docMk/>
            <pc:sldMk cId="1501170907" sldId="256"/>
            <ac:cxnSpMk id="299" creationId="{767B8A25-A48B-7850-EE9E-21374996DACF}"/>
          </ac:cxnSpMkLst>
        </pc:cxnChg>
        <pc:cxnChg chg="mod">
          <ac:chgData name="York, George W CIV USAF USAFA DF/DFEC" userId="1fb5875a-4594-4db2-80fb-f0db3de11280" providerId="ADAL" clId="{09330963-85FD-4C99-A81B-94D0EE5CFFEB}" dt="2026-03-10T03:16:28.004" v="162" actId="14100"/>
          <ac:cxnSpMkLst>
            <pc:docMk/>
            <pc:sldMk cId="1501170907" sldId="256"/>
            <ac:cxnSpMk id="303" creationId="{CFAE5DC6-8CF9-2673-71C9-AFA4E7997F1B}"/>
          </ac:cxnSpMkLst>
        </pc:cxnChg>
        <pc:cxnChg chg="del">
          <ac:chgData name="York, George W CIV USAF USAFA DF/DFEC" userId="1fb5875a-4594-4db2-80fb-f0db3de11280" providerId="ADAL" clId="{09330963-85FD-4C99-A81B-94D0EE5CFFEB}" dt="2026-03-09T22:15:17.563" v="139" actId="478"/>
          <ac:cxnSpMkLst>
            <pc:docMk/>
            <pc:sldMk cId="1501170907" sldId="256"/>
            <ac:cxnSpMk id="315" creationId="{CC2E6CF6-7F9B-DF2E-8401-A11C6FFE7D1D}"/>
          </ac:cxnSpMkLst>
        </pc:cxnChg>
        <pc:cxnChg chg="del mod">
          <ac:chgData name="York, George W CIV USAF USAFA DF/DFEC" userId="1fb5875a-4594-4db2-80fb-f0db3de11280" providerId="ADAL" clId="{09330963-85FD-4C99-A81B-94D0EE5CFFEB}" dt="2026-03-10T03:15:15.170" v="152" actId="478"/>
          <ac:cxnSpMkLst>
            <pc:docMk/>
            <pc:sldMk cId="1501170907" sldId="256"/>
            <ac:cxnSpMk id="342" creationId="{C76199D9-440A-9194-BCF0-9A2E6EDE07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D45FA400-FFFB-FCFC-1CEA-7CA1E4519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12" y="3237305"/>
            <a:ext cx="503999" cy="267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977662" y="233086"/>
            <a:ext cx="505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1. RISC-V 5-cycle Multicycle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885719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923589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35241F-0C11-48EF-D642-426AC51B513F}"/>
              </a:ext>
            </a:extLst>
          </p:cNvPr>
          <p:cNvSpPr/>
          <p:nvPr/>
        </p:nvSpPr>
        <p:spPr>
          <a:xfrm>
            <a:off x="445883" y="431511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F1802F-BAB3-6E97-9130-2BCE1AE0A5DC}"/>
              </a:ext>
            </a:extLst>
          </p:cNvPr>
          <p:cNvSpPr txBox="1"/>
          <p:nvPr/>
        </p:nvSpPr>
        <p:spPr>
          <a:xfrm>
            <a:off x="399489" y="4649279"/>
            <a:ext cx="425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FSM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2803315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2725416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1713592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7693FA-7149-8EC0-7762-41736045A7FE}"/>
              </a:ext>
            </a:extLst>
          </p:cNvPr>
          <p:cNvCxnSpPr>
            <a:cxnSpLocks/>
          </p:cNvCxnSpPr>
          <p:nvPr/>
        </p:nvCxnSpPr>
        <p:spPr>
          <a:xfrm>
            <a:off x="748865" y="4746927"/>
            <a:ext cx="325513" cy="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3106297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2573441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1713592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/>
          <p:nvPr/>
        </p:nvCxnSpPr>
        <p:spPr>
          <a:xfrm>
            <a:off x="1713592" y="3677653"/>
            <a:ext cx="57240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2572114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194351-1F6F-6ECD-551A-2B077972FE1F}"/>
              </a:ext>
            </a:extLst>
          </p:cNvPr>
          <p:cNvCxnSpPr/>
          <p:nvPr/>
        </p:nvCxnSpPr>
        <p:spPr>
          <a:xfrm>
            <a:off x="2870131" y="330940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894652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952971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1716844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2572114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893325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951644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1715517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2754790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2639349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B969FF2-6DAD-23DC-28B8-ACF737E02DB2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602555"/>
            <a:ext cx="292770" cy="614206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93306"/>
            <a:ext cx="1851758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36155029-AEDE-5375-DD7F-E67A49CF35AF}"/>
              </a:ext>
            </a:extLst>
          </p:cNvPr>
          <p:cNvSpPr txBox="1"/>
          <p:nvPr/>
        </p:nvSpPr>
        <p:spPr>
          <a:xfrm>
            <a:off x="1016808" y="4611234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state</a:t>
            </a:r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9378410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87860765-22E8-2DBF-0155-43937E1810EB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E335D321-53C8-872A-430E-7732E67F0A79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401241" y="2865215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217BFE6B-83C0-118F-3EA4-EE097B7E7653}"/>
              </a:ext>
            </a:extLst>
          </p:cNvPr>
          <p:cNvCxnSpPr>
            <a:cxnSpLocks/>
          </p:cNvCxnSpPr>
          <p:nvPr/>
        </p:nvCxnSpPr>
        <p:spPr>
          <a:xfrm>
            <a:off x="10346754" y="3130172"/>
            <a:ext cx="379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2169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A809ED9C-1989-3F7A-A27F-82708627EF06}"/>
              </a:ext>
            </a:extLst>
          </p:cNvPr>
          <p:cNvCxnSpPr/>
          <p:nvPr/>
        </p:nvCxnSpPr>
        <p:spPr>
          <a:xfrm flipH="1">
            <a:off x="10341685" y="3482439"/>
            <a:ext cx="7283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0DF5C10B-70F5-AFDE-6F85-1BA18738B121}"/>
              </a:ext>
            </a:extLst>
          </p:cNvPr>
          <p:cNvCxnSpPr/>
          <p:nvPr/>
        </p:nvCxnSpPr>
        <p:spPr>
          <a:xfrm flipV="1">
            <a:off x="10341685" y="3142034"/>
            <a:ext cx="0" cy="340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87550" y="2417370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0CAF1-DAFF-41B1-37D9-3AA58EDF71DA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C6D111-8409-B69D-7F4D-1EAFFBC86D2F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1EEB1E0-6493-4023-ADC1-CE06FABB4ECF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F44754E-6632-B039-2821-0640C926BB12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74F664-B6FE-876B-6F6D-6B0987070041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EB535AF-BDE4-1847-B2CC-ED37430A4C46}"/>
              </a:ext>
            </a:extLst>
          </p:cNvPr>
          <p:cNvCxnSpPr>
            <a:cxnSpLocks/>
          </p:cNvCxnSpPr>
          <p:nvPr/>
        </p:nvCxnSpPr>
        <p:spPr>
          <a:xfrm>
            <a:off x="8659919" y="4454260"/>
            <a:ext cx="270806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066061-6913-FC84-2215-495F7DB70ED3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D85414-7527-6B63-2578-61E5AA31E7EA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21C9C5-2DFB-C76A-4D92-6A511FF5BBF4}"/>
              </a:ext>
            </a:extLst>
          </p:cNvPr>
          <p:cNvCxnSpPr/>
          <p:nvPr/>
        </p:nvCxnSpPr>
        <p:spPr>
          <a:xfrm>
            <a:off x="2870131" y="3429000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7C242C4-9BDE-35B9-11F3-F09FF7C08848}"/>
              </a:ext>
            </a:extLst>
          </p:cNvPr>
          <p:cNvGrpSpPr/>
          <p:nvPr/>
        </p:nvGrpSpPr>
        <p:grpSpPr>
          <a:xfrm rot="16200000">
            <a:off x="8495764" y="2520050"/>
            <a:ext cx="405246" cy="267608"/>
            <a:chOff x="6169099" y="3766490"/>
            <a:chExt cx="533480" cy="267608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DA4DBF6-5BC1-7443-F4A8-C37F2A616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8580" y="3766490"/>
              <a:ext cx="503999" cy="267608"/>
            </a:xfrm>
            <a:prstGeom prst="rect">
              <a:avLst/>
            </a:prstGeom>
          </p:spPr>
        </p:pic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61176B7-9B3B-7106-C3CD-F90CCEF592F1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838587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AA41B44-529F-F6BF-0A9B-4AD3BD64CCCA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958185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089EF47-1FBA-968D-84FC-D9F5ADF229B0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9F048B-FDD6-233F-3053-92BFE74735BF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AC3FB28-5010-EC3A-6B97-F34204C4FD60}"/>
              </a:ext>
            </a:extLst>
          </p:cNvPr>
          <p:cNvCxnSpPr>
            <a:cxnSpLocks/>
          </p:cNvCxnSpPr>
          <p:nvPr/>
        </p:nvCxnSpPr>
        <p:spPr>
          <a:xfrm>
            <a:off x="2148657" y="1919827"/>
            <a:ext cx="273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B1DBBEC-DD8F-25CA-25EB-E6913CBC1235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F0B0599-3874-796C-AF55-6F286F9E3343}"/>
              </a:ext>
            </a:extLst>
          </p:cNvPr>
          <p:cNvCxnSpPr>
            <a:cxnSpLocks/>
          </p:cNvCxnSpPr>
          <p:nvPr/>
        </p:nvCxnSpPr>
        <p:spPr>
          <a:xfrm flipH="1">
            <a:off x="10772078" y="3608496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294767-9693-12FB-F91B-585DBA590164}"/>
              </a:ext>
            </a:extLst>
          </p:cNvPr>
          <p:cNvSpPr txBox="1"/>
          <p:nvPr/>
        </p:nvSpPr>
        <p:spPr>
          <a:xfrm>
            <a:off x="7818575" y="4116363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9E7558-662D-A862-C258-A13675E11FD3}"/>
              </a:ext>
            </a:extLst>
          </p:cNvPr>
          <p:cNvSpPr txBox="1"/>
          <p:nvPr/>
        </p:nvSpPr>
        <p:spPr>
          <a:xfrm>
            <a:off x="7821728" y="4531736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F95654-DFED-E9E7-17A4-3C62565E7F0F}"/>
              </a:ext>
            </a:extLst>
          </p:cNvPr>
          <p:cNvGrpSpPr/>
          <p:nvPr/>
        </p:nvGrpSpPr>
        <p:grpSpPr>
          <a:xfrm>
            <a:off x="8357760" y="4125818"/>
            <a:ext cx="292770" cy="637674"/>
            <a:chOff x="1074820" y="1507958"/>
            <a:chExt cx="292770" cy="63767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60B40A2-77E4-F9AB-5352-FD258D2E042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1486C0B-ABD0-3F3F-1AA3-5AFB250919DE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8A9E97E-CD49-94C9-AAB0-95C96A07115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9D2B64-A65F-417E-BA0D-6C606C967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441355-68E2-EB62-442A-63BEF57CC4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F2A833-8304-79C4-04DF-BBA86EF3F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920CF19-4346-DB1D-A9CA-98202AA9BD4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3B9A94-DC24-132F-F43C-A3FA7B28C588}"/>
              </a:ext>
            </a:extLst>
          </p:cNvPr>
          <p:cNvCxnSpPr>
            <a:cxnSpLocks/>
          </p:cNvCxnSpPr>
          <p:nvPr/>
        </p:nvCxnSpPr>
        <p:spPr>
          <a:xfrm>
            <a:off x="8183825" y="4657213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1832F8-8198-4655-9DC3-8E0FDA0AB61F}"/>
              </a:ext>
            </a:extLst>
          </p:cNvPr>
          <p:cNvCxnSpPr/>
          <p:nvPr/>
        </p:nvCxnSpPr>
        <p:spPr>
          <a:xfrm>
            <a:off x="8179952" y="4232097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1A5FDD0-72BB-45F6-DD2E-55830C394C7A}"/>
              </a:ext>
            </a:extLst>
          </p:cNvPr>
          <p:cNvSpPr txBox="1"/>
          <p:nvPr/>
        </p:nvSpPr>
        <p:spPr>
          <a:xfrm>
            <a:off x="8392597" y="4330630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102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5</cp:revision>
  <cp:lastPrinted>2025-06-30T18:02:45Z</cp:lastPrinted>
  <dcterms:created xsi:type="dcterms:W3CDTF">2025-06-30T15:01:42Z</dcterms:created>
  <dcterms:modified xsi:type="dcterms:W3CDTF">2026-03-10T03:17:46Z</dcterms:modified>
</cp:coreProperties>
</file>